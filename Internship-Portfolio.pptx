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itter" charset="1" panose="02000000000000000000"/>
      <p:regular r:id="rId15"/>
    </p:embeddedFont>
    <p:embeddedFont>
      <p:font typeface="Arimo Bold" charset="1" panose="020B0704020202020204"/>
      <p:regular r:id="rId16"/>
    </p:embeddedFont>
    <p:embeddedFont>
      <p:font typeface="Bitter Bold" charset="1" panose="02000000000000000000"/>
      <p:regular r:id="rId18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7098992"/>
            <a:ext cx="1843288" cy="431044"/>
            <a:chOff x="0" y="0"/>
            <a:chExt cx="2457717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7704" cy="574549"/>
            </a:xfrm>
            <a:custGeom>
              <a:avLst/>
              <a:gdLst/>
              <a:ahLst/>
              <a:cxnLst/>
              <a:rect r="r" b="b" t="t" l="l"/>
              <a:pathLst>
                <a:path h="574549" w="2457704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412365" y="0"/>
                  </a:lnTo>
                  <a:cubicBezTo>
                    <a:pt x="2437384" y="0"/>
                    <a:pt x="2457704" y="20320"/>
                    <a:pt x="2457704" y="45339"/>
                  </a:cubicBezTo>
                  <a:lnTo>
                    <a:pt x="2457704" y="529209"/>
                  </a:lnTo>
                  <a:cubicBezTo>
                    <a:pt x="2457704" y="554228"/>
                    <a:pt x="2437384" y="574548"/>
                    <a:pt x="2412365" y="574548"/>
                  </a:cubicBezTo>
                  <a:lnTo>
                    <a:pt x="45339" y="574548"/>
                  </a:lnTo>
                  <a:cubicBezTo>
                    <a:pt x="20320" y="574675"/>
                    <a:pt x="0" y="554355"/>
                    <a:pt x="0" y="529336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7193566"/>
            <a:ext cx="2417902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5 CORE TASKS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73305" y="7094230"/>
            <a:ext cx="3138478" cy="440579"/>
            <a:chOff x="0" y="0"/>
            <a:chExt cx="4184637" cy="587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84650" cy="587375"/>
            </a:xfrm>
            <a:custGeom>
              <a:avLst/>
              <a:gdLst/>
              <a:ahLst/>
              <a:cxnLst/>
              <a:rect r="r" b="b" t="t" l="l"/>
              <a:pathLst>
                <a:path h="587375" w="4184650">
                  <a:moveTo>
                    <a:pt x="0" y="46355"/>
                  </a:moveTo>
                  <a:cubicBezTo>
                    <a:pt x="0" y="20828"/>
                    <a:pt x="20828" y="0"/>
                    <a:pt x="46355" y="0"/>
                  </a:cubicBezTo>
                  <a:lnTo>
                    <a:pt x="4138295" y="0"/>
                  </a:lnTo>
                  <a:cubicBezTo>
                    <a:pt x="4163949" y="0"/>
                    <a:pt x="4184650" y="20828"/>
                    <a:pt x="4184650" y="46355"/>
                  </a:cubicBezTo>
                  <a:lnTo>
                    <a:pt x="4184650" y="541020"/>
                  </a:lnTo>
                  <a:cubicBezTo>
                    <a:pt x="4184650" y="566674"/>
                    <a:pt x="4163822" y="587375"/>
                    <a:pt x="4138295" y="587375"/>
                  </a:cubicBezTo>
                  <a:lnTo>
                    <a:pt x="46355" y="587375"/>
                  </a:lnTo>
                  <a:cubicBezTo>
                    <a:pt x="20828" y="587375"/>
                    <a:pt x="0" y="566674"/>
                    <a:pt x="0" y="5410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11" r="0" b="-88822"/>
              </a:stretch>
            </a:blipFill>
            <a:ln w="9532" cap="sq">
              <a:solidFill>
                <a:srgbClr val="9FA58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634811" y="1735989"/>
            <a:ext cx="8245423" cy="6749290"/>
            <a:chOff x="0" y="0"/>
            <a:chExt cx="19776306" cy="161878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76306" cy="16187894"/>
            </a:xfrm>
            <a:custGeom>
              <a:avLst/>
              <a:gdLst/>
              <a:ahLst/>
              <a:cxnLst/>
              <a:rect r="r" b="b" t="t" l="l"/>
              <a:pathLst>
                <a:path h="16187894" w="19776306">
                  <a:moveTo>
                    <a:pt x="19776306" y="271154"/>
                  </a:moveTo>
                  <a:lnTo>
                    <a:pt x="19776306" y="15916740"/>
                  </a:lnTo>
                  <a:cubicBezTo>
                    <a:pt x="19776306" y="16066554"/>
                    <a:pt x="19564079" y="16187894"/>
                    <a:pt x="19302054" y="16187894"/>
                  </a:cubicBezTo>
                  <a:lnTo>
                    <a:pt x="474252" y="16187894"/>
                  </a:lnTo>
                  <a:cubicBezTo>
                    <a:pt x="212228" y="16187894"/>
                    <a:pt x="0" y="16066554"/>
                    <a:pt x="0" y="15916740"/>
                  </a:cubicBezTo>
                  <a:lnTo>
                    <a:pt x="0" y="271154"/>
                  </a:lnTo>
                  <a:cubicBezTo>
                    <a:pt x="0" y="121341"/>
                    <a:pt x="212228" y="0"/>
                    <a:pt x="474252" y="0"/>
                  </a:cubicBezTo>
                  <a:lnTo>
                    <a:pt x="19302054" y="0"/>
                  </a:lnTo>
                  <a:cubicBezTo>
                    <a:pt x="19564079" y="0"/>
                    <a:pt x="19776306" y="121341"/>
                    <a:pt x="19776306" y="271154"/>
                  </a:cubicBezTo>
                  <a:close/>
                </a:path>
              </a:pathLst>
            </a:custGeom>
            <a:blipFill>
              <a:blip r:embed="rId4"/>
              <a:stretch>
                <a:fillRect l="-584" t="0" r="-584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2707853"/>
            <a:ext cx="9452677" cy="183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Cybersecurity Internship Portfolio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4878143"/>
            <a:ext cx="9452677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Documenting practical and theoretical knowledge across cybersecurity fundamentals, virtual environment configuration, network reconnaissance, and active exploitation — from security theory to real-world intelligence gathering.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8308" y="7193566"/>
            <a:ext cx="3703558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9FA582"/>
                </a:solidFill>
                <a:latin typeface="Bitter"/>
                <a:ea typeface="Bitter"/>
                <a:cs typeface="Bitter"/>
                <a:sym typeface="Bitter"/>
              </a:rPr>
              <a:t>ENTRY-LEVEL PORTFOLIO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940452"/>
            <a:ext cx="1040054" cy="431044"/>
            <a:chOff x="0" y="0"/>
            <a:chExt cx="1386738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6713" cy="574549"/>
            </a:xfrm>
            <a:custGeom>
              <a:avLst/>
              <a:gdLst/>
              <a:ahLst/>
              <a:cxnLst/>
              <a:rect r="r" b="b" t="t" l="l"/>
              <a:pathLst>
                <a:path h="574549" w="1386713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341374" y="0"/>
                  </a:lnTo>
                  <a:cubicBezTo>
                    <a:pt x="1366393" y="0"/>
                    <a:pt x="1386713" y="20320"/>
                    <a:pt x="1386713" y="45339"/>
                  </a:cubicBezTo>
                  <a:lnTo>
                    <a:pt x="1386713" y="529209"/>
                  </a:lnTo>
                  <a:cubicBezTo>
                    <a:pt x="1386713" y="554228"/>
                    <a:pt x="1366393" y="574548"/>
                    <a:pt x="1341374" y="574548"/>
                  </a:cubicBezTo>
                  <a:lnTo>
                    <a:pt x="45339" y="574548"/>
                  </a:lnTo>
                  <a:cubicBezTo>
                    <a:pt x="20320" y="574675"/>
                    <a:pt x="0" y="554355"/>
                    <a:pt x="0" y="529336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2035026"/>
            <a:ext cx="1614668" cy="25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TASK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427837"/>
            <a:ext cx="16315868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Cybersecurity Fundamentals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3797189"/>
            <a:ext cx="5249418" cy="4557255"/>
            <a:chOff x="0" y="0"/>
            <a:chExt cx="6999224" cy="6076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9224" cy="6076315"/>
            </a:xfrm>
            <a:custGeom>
              <a:avLst/>
              <a:gdLst/>
              <a:ahLst/>
              <a:cxnLst/>
              <a:rect r="r" b="b" t="t" l="l"/>
              <a:pathLst>
                <a:path h="6076315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6019546"/>
                  </a:lnTo>
                  <a:cubicBezTo>
                    <a:pt x="6999224" y="6050915"/>
                    <a:pt x="6973824" y="6076315"/>
                    <a:pt x="6942455" y="6076315"/>
                  </a:cubicBezTo>
                  <a:lnTo>
                    <a:pt x="56769" y="6076315"/>
                  </a:lnTo>
                  <a:cubicBezTo>
                    <a:pt x="25400" y="6076315"/>
                    <a:pt x="0" y="6050915"/>
                    <a:pt x="0" y="601954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6721" y="4052354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🔒</a:t>
            </a: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 CIA Triad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721" y="4684319"/>
            <a:ext cx="4681957" cy="338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Confidentiality: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Encryption &amp; access controls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Integrity: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Hashing &amp; digital signatures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Availability: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Hardware maintenance &amp; DDoS protection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6139" y="3797189"/>
            <a:ext cx="5249418" cy="4557255"/>
            <a:chOff x="0" y="0"/>
            <a:chExt cx="6999224" cy="6076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9224" cy="6076315"/>
            </a:xfrm>
            <a:custGeom>
              <a:avLst/>
              <a:gdLst/>
              <a:ahLst/>
              <a:cxnLst/>
              <a:rect r="r" b="b" t="t" l="l"/>
              <a:pathLst>
                <a:path h="6076315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6019546"/>
                  </a:lnTo>
                  <a:cubicBezTo>
                    <a:pt x="6999224" y="6050915"/>
                    <a:pt x="6973824" y="6076315"/>
                    <a:pt x="6942455" y="6076315"/>
                  </a:cubicBezTo>
                  <a:lnTo>
                    <a:pt x="56769" y="6076315"/>
                  </a:lnTo>
                  <a:cubicBezTo>
                    <a:pt x="25400" y="6076315"/>
                    <a:pt x="0" y="6050915"/>
                    <a:pt x="0" y="601954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09870" y="4052354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⚠️</a:t>
            </a: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 Threat Landscape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9870" y="4684319"/>
            <a:ext cx="4681957" cy="24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Malware: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System instability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Phishing: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Credential theft &amp; unauthorized access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Ransomware: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Operational paralysis &amp; financial damage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9288" y="3797189"/>
            <a:ext cx="5249418" cy="4557255"/>
            <a:chOff x="0" y="0"/>
            <a:chExt cx="6999224" cy="60763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9224" cy="6076315"/>
            </a:xfrm>
            <a:custGeom>
              <a:avLst/>
              <a:gdLst/>
              <a:ahLst/>
              <a:cxnLst/>
              <a:rect r="r" b="b" t="t" l="l"/>
              <a:pathLst>
                <a:path h="6076315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6019546"/>
                  </a:lnTo>
                  <a:cubicBezTo>
                    <a:pt x="6999224" y="6050915"/>
                    <a:pt x="6973824" y="6076315"/>
                    <a:pt x="6942455" y="6076315"/>
                  </a:cubicBezTo>
                  <a:lnTo>
                    <a:pt x="56769" y="6076315"/>
                  </a:lnTo>
                  <a:cubicBezTo>
                    <a:pt x="25400" y="6076315"/>
                    <a:pt x="0" y="6050915"/>
                    <a:pt x="0" y="601954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43019" y="4052354"/>
            <a:ext cx="468195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👤</a:t>
            </a: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 Actor Types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3019" y="4684319"/>
            <a:ext cx="4681957" cy="247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Black Hat: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Malicious data theft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White Hat: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Authorized security improvements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b="true" sz="2176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Gray Hat:</a:t>
            </a: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Unauthorized but non-malicious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799233"/>
            <a:ext cx="937584" cy="377428"/>
            <a:chOff x="0" y="0"/>
            <a:chExt cx="1250112" cy="503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0188" cy="503301"/>
            </a:xfrm>
            <a:custGeom>
              <a:avLst/>
              <a:gdLst/>
              <a:ahLst/>
              <a:cxnLst/>
              <a:rect r="r" b="b" t="t" l="l"/>
              <a:pathLst>
                <a:path h="503301" w="1250188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10437" y="0"/>
                  </a:lnTo>
                  <a:cubicBezTo>
                    <a:pt x="1232408" y="0"/>
                    <a:pt x="1250188" y="17780"/>
                    <a:pt x="1250188" y="39751"/>
                  </a:cubicBezTo>
                  <a:lnTo>
                    <a:pt x="1250188" y="463550"/>
                  </a:lnTo>
                  <a:cubicBezTo>
                    <a:pt x="1250188" y="485521"/>
                    <a:pt x="1232408" y="503301"/>
                    <a:pt x="1210437" y="503301"/>
                  </a:cubicBezTo>
                  <a:lnTo>
                    <a:pt x="39751" y="503301"/>
                  </a:lnTo>
                  <a:cubicBezTo>
                    <a:pt x="17780" y="503174"/>
                    <a:pt x="0" y="485394"/>
                    <a:pt x="0" y="463550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1933" y="873709"/>
            <a:ext cx="1554794" cy="22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TASK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225401"/>
            <a:ext cx="7160329" cy="77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Virtual Lab Environment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2985440"/>
            <a:ext cx="10393232" cy="5889565"/>
            <a:chOff x="0" y="0"/>
            <a:chExt cx="13857643" cy="78527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857605" cy="7852791"/>
            </a:xfrm>
            <a:custGeom>
              <a:avLst/>
              <a:gdLst/>
              <a:ahLst/>
              <a:cxnLst/>
              <a:rect r="r" b="b" t="t" l="l"/>
              <a:pathLst>
                <a:path h="7852791" w="13857605">
                  <a:moveTo>
                    <a:pt x="0" y="0"/>
                  </a:moveTo>
                  <a:lnTo>
                    <a:pt x="13857605" y="0"/>
                  </a:lnTo>
                  <a:lnTo>
                    <a:pt x="13857605" y="7852791"/>
                  </a:lnTo>
                  <a:lnTo>
                    <a:pt x="0" y="785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" t="0" r="-1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01348" y="2563054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Infrastructure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348" y="2967247"/>
            <a:ext cx="5316884" cy="189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Deployed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Kali Linux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as the primary attacking machine and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Metasploitable (Ubuntu 14.04 LTS)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as the deliberately vulnerable target for safe, controlled exploitation practice.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348" y="5091979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Resource Allocation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348" y="5441880"/>
            <a:ext cx="5316884" cy="154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Configured VMs with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2–4 vCPU cores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and a minimum of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2048 MB RAM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to ensure stability during heavy tool execution and concurrent scanning.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348" y="7186584"/>
            <a:ext cx="5316884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Network Isolation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1348" y="7593635"/>
            <a:ext cx="5316884" cy="154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Used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Host-Only and Bridged Adapters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to establish direct local communication while keeping all ethical hacking activity contained and legally isolated.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781660"/>
            <a:ext cx="673360" cy="269443"/>
            <a:chOff x="0" y="0"/>
            <a:chExt cx="897814" cy="3592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7763" cy="359157"/>
            </a:xfrm>
            <a:custGeom>
              <a:avLst/>
              <a:gdLst/>
              <a:ahLst/>
              <a:cxnLst/>
              <a:rect r="r" b="b" t="t" l="l"/>
              <a:pathLst>
                <a:path h="359157" w="897763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869442" y="0"/>
                  </a:lnTo>
                  <a:cubicBezTo>
                    <a:pt x="885063" y="0"/>
                    <a:pt x="897763" y="12700"/>
                    <a:pt x="897763" y="28321"/>
                  </a:cubicBezTo>
                  <a:lnTo>
                    <a:pt x="897763" y="330835"/>
                  </a:lnTo>
                  <a:cubicBezTo>
                    <a:pt x="897763" y="346456"/>
                    <a:pt x="885063" y="359156"/>
                    <a:pt x="869442" y="359156"/>
                  </a:cubicBezTo>
                  <a:lnTo>
                    <a:pt x="28321" y="359156"/>
                  </a:lnTo>
                  <a:cubicBezTo>
                    <a:pt x="12700" y="359283"/>
                    <a:pt x="0" y="346583"/>
                    <a:pt x="0" y="330835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9328" y="825313"/>
            <a:ext cx="1375762" cy="17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0"/>
              </a:lnSpc>
            </a:pPr>
            <a:r>
              <a:rPr lang="en-US" sz="105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TASK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057237"/>
            <a:ext cx="16315868" cy="59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Networking &amp; Reconnaissance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1815779"/>
            <a:ext cx="16315868" cy="7342222"/>
            <a:chOff x="0" y="0"/>
            <a:chExt cx="21754490" cy="978963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1754464" cy="9789668"/>
            </a:xfrm>
            <a:custGeom>
              <a:avLst/>
              <a:gdLst/>
              <a:ahLst/>
              <a:cxnLst/>
              <a:rect r="r" b="b" t="t" l="l"/>
              <a:pathLst>
                <a:path h="9789668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9789668"/>
                  </a:lnTo>
                  <a:lnTo>
                    <a:pt x="0" y="9789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" r="0" b="-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09647" y="2158336"/>
            <a:ext cx="2855233" cy="4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Passive OSINT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09647" y="2782233"/>
            <a:ext cx="2855233" cy="54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Whois, DNS dig, subdomain mapping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7907" y="7665006"/>
            <a:ext cx="2870921" cy="4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Active Probing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7907" y="8288903"/>
            <a:ext cx="2870921" cy="54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ICMP discovery, Nmap -sC -sV -p- -T4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16354" y="2103425"/>
            <a:ext cx="2855233" cy="4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Protocol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16354" y="2727322"/>
            <a:ext cx="2855233" cy="54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IPv4/IPv6, TCP/UDP, A AAAA MX 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523" y="9319927"/>
            <a:ext cx="17230954" cy="58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8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Reconnaissance progresses from non-intrusive passive collection to active network probing — each phase deepening the attacker's understanding of the target without unnecessary exposure.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89797"/>
            <a:ext cx="827218" cy="330060"/>
            <a:chOff x="0" y="0"/>
            <a:chExt cx="1102957" cy="4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2995" cy="440182"/>
            </a:xfrm>
            <a:custGeom>
              <a:avLst/>
              <a:gdLst/>
              <a:ahLst/>
              <a:cxnLst/>
              <a:rect r="r" b="b" t="t" l="l"/>
              <a:pathLst>
                <a:path h="440182" w="1102995">
                  <a:moveTo>
                    <a:pt x="0" y="34798"/>
                  </a:moveTo>
                  <a:cubicBezTo>
                    <a:pt x="0" y="15621"/>
                    <a:pt x="15621" y="0"/>
                    <a:pt x="34798" y="0"/>
                  </a:cubicBezTo>
                  <a:lnTo>
                    <a:pt x="1068197" y="0"/>
                  </a:lnTo>
                  <a:cubicBezTo>
                    <a:pt x="1087374" y="0"/>
                    <a:pt x="1102995" y="15621"/>
                    <a:pt x="1102995" y="34798"/>
                  </a:cubicBezTo>
                  <a:lnTo>
                    <a:pt x="1102995" y="405384"/>
                  </a:lnTo>
                  <a:cubicBezTo>
                    <a:pt x="1102995" y="424561"/>
                    <a:pt x="1087374" y="440182"/>
                    <a:pt x="1068197" y="440182"/>
                  </a:cubicBezTo>
                  <a:lnTo>
                    <a:pt x="34798" y="440182"/>
                  </a:lnTo>
                  <a:cubicBezTo>
                    <a:pt x="15621" y="440055"/>
                    <a:pt x="0" y="424561"/>
                    <a:pt x="0" y="405384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3312" y="954881"/>
            <a:ext cx="1481661" cy="19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3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TASK 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248185"/>
            <a:ext cx="16315868" cy="7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Penetration Testing Simulation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361829"/>
            <a:ext cx="5366042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Step-by-Step Exploitation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2907249"/>
            <a:ext cx="434464" cy="271529"/>
            <a:chOff x="0" y="0"/>
            <a:chExt cx="579285" cy="3620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9281" cy="362035"/>
            </a:xfrm>
            <a:custGeom>
              <a:avLst/>
              <a:gdLst/>
              <a:ahLst/>
              <a:cxnLst/>
              <a:rect r="r" b="b" t="t" l="l"/>
              <a:pathLst>
                <a:path h="362035" w="579281">
                  <a:moveTo>
                    <a:pt x="0" y="0"/>
                  </a:moveTo>
                  <a:lnTo>
                    <a:pt x="579281" y="0"/>
                  </a:lnTo>
                  <a:lnTo>
                    <a:pt x="579281" y="362035"/>
                  </a:lnTo>
                  <a:lnTo>
                    <a:pt x="0" y="362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6" t="0" r="-30187" b="-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79285" cy="381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991" y="3247739"/>
            <a:ext cx="5366042" cy="28594"/>
            <a:chOff x="0" y="0"/>
            <a:chExt cx="7154723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54672" cy="38100"/>
            </a:xfrm>
            <a:custGeom>
              <a:avLst/>
              <a:gdLst/>
              <a:ahLst/>
              <a:cxnLst/>
              <a:rect r="r" b="b" t="t" l="l"/>
              <a:pathLst>
                <a:path h="38100" w="7154672">
                  <a:moveTo>
                    <a:pt x="0" y="0"/>
                  </a:moveTo>
                  <a:lnTo>
                    <a:pt x="7154672" y="0"/>
                  </a:lnTo>
                  <a:lnTo>
                    <a:pt x="71546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2991" y="3394462"/>
            <a:ext cx="5366042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Vulnerability Identification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3880923"/>
            <a:ext cx="5366042" cy="95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Scanned target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10.96.12.193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and identified an exposed FTP server running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vsftpd 2.3.4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— known for a backdoor command execution flaw.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5168522"/>
            <a:ext cx="434464" cy="271529"/>
            <a:chOff x="0" y="0"/>
            <a:chExt cx="579285" cy="362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9281" cy="362035"/>
            </a:xfrm>
            <a:custGeom>
              <a:avLst/>
              <a:gdLst/>
              <a:ahLst/>
              <a:cxnLst/>
              <a:rect r="r" b="b" t="t" l="l"/>
              <a:pathLst>
                <a:path h="362035" w="579281">
                  <a:moveTo>
                    <a:pt x="0" y="0"/>
                  </a:moveTo>
                  <a:lnTo>
                    <a:pt x="579281" y="0"/>
                  </a:lnTo>
                  <a:lnTo>
                    <a:pt x="579281" y="362035"/>
                  </a:lnTo>
                  <a:lnTo>
                    <a:pt x="0" y="362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6" t="0" r="-30187" b="-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79285" cy="381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2991" y="5509012"/>
            <a:ext cx="5366042" cy="28594"/>
            <a:chOff x="0" y="0"/>
            <a:chExt cx="7154723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4672" cy="38100"/>
            </a:xfrm>
            <a:custGeom>
              <a:avLst/>
              <a:gdLst/>
              <a:ahLst/>
              <a:cxnLst/>
              <a:rect r="r" b="b" t="t" l="l"/>
              <a:pathLst>
                <a:path h="38100" w="7154672">
                  <a:moveTo>
                    <a:pt x="0" y="0"/>
                  </a:moveTo>
                  <a:lnTo>
                    <a:pt x="7154672" y="0"/>
                  </a:lnTo>
                  <a:lnTo>
                    <a:pt x="71546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991" y="5655735"/>
            <a:ext cx="5366042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Exploitation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991" y="6142206"/>
            <a:ext cx="5366042" cy="95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Used Metasploit's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msfconsole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to configure and fire the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exploit/unix/ftp/vsftpd_234_backdoor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payload against the target.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991" y="7429795"/>
            <a:ext cx="434464" cy="271529"/>
            <a:chOff x="0" y="0"/>
            <a:chExt cx="579285" cy="3620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9281" cy="362035"/>
            </a:xfrm>
            <a:custGeom>
              <a:avLst/>
              <a:gdLst/>
              <a:ahLst/>
              <a:cxnLst/>
              <a:rect r="r" b="b" t="t" l="l"/>
              <a:pathLst>
                <a:path h="362035" w="579281">
                  <a:moveTo>
                    <a:pt x="0" y="0"/>
                  </a:moveTo>
                  <a:lnTo>
                    <a:pt x="579281" y="0"/>
                  </a:lnTo>
                  <a:lnTo>
                    <a:pt x="579281" y="362035"/>
                  </a:lnTo>
                  <a:lnTo>
                    <a:pt x="0" y="362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6" t="0" r="-30187" b="-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79285" cy="381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C2C4B5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2991" y="7770285"/>
            <a:ext cx="5366042" cy="28594"/>
            <a:chOff x="0" y="0"/>
            <a:chExt cx="7154723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54672" cy="38100"/>
            </a:xfrm>
            <a:custGeom>
              <a:avLst/>
              <a:gdLst/>
              <a:ahLst/>
              <a:cxnLst/>
              <a:rect r="r" b="b" t="t" l="l"/>
              <a:pathLst>
                <a:path h="38100" w="7154672">
                  <a:moveTo>
                    <a:pt x="0" y="0"/>
                  </a:moveTo>
                  <a:lnTo>
                    <a:pt x="7154672" y="0"/>
                  </a:lnTo>
                  <a:lnTo>
                    <a:pt x="71546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92991" y="7917009"/>
            <a:ext cx="5366042" cy="35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Post-Exploitation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991" y="8403479"/>
            <a:ext cx="5366042" cy="65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Confirmed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root access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by spawning a command shell and validating with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whoami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and </a:t>
            </a:r>
            <a:r>
              <a:rPr lang="en-US" sz="16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uname -a</a:t>
            </a:r>
            <a:r>
              <a:rPr lang="en-US" sz="16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898491" y="2857500"/>
            <a:ext cx="10419750" cy="5904605"/>
            <a:chOff x="0" y="0"/>
            <a:chExt cx="13893000" cy="7872806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3893037" cy="7872857"/>
            </a:xfrm>
            <a:custGeom>
              <a:avLst/>
              <a:gdLst/>
              <a:ahLst/>
              <a:cxnLst/>
              <a:rect r="r" b="b" t="t" l="l"/>
              <a:pathLst>
                <a:path h="7872857" w="13893037">
                  <a:moveTo>
                    <a:pt x="0" y="0"/>
                  </a:moveTo>
                  <a:lnTo>
                    <a:pt x="13893037" y="0"/>
                  </a:lnTo>
                  <a:lnTo>
                    <a:pt x="13893037" y="7872857"/>
                  </a:lnTo>
                  <a:lnTo>
                    <a:pt x="0" y="7872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0" b="-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6182" y="883691"/>
            <a:ext cx="935650" cy="377428"/>
            <a:chOff x="0" y="0"/>
            <a:chExt cx="1247534" cy="503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7521" cy="503301"/>
            </a:xfrm>
            <a:custGeom>
              <a:avLst/>
              <a:gdLst/>
              <a:ahLst/>
              <a:cxnLst/>
              <a:rect r="r" b="b" t="t" l="l"/>
              <a:pathLst>
                <a:path h="503301" w="1247521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207770" y="0"/>
                  </a:lnTo>
                  <a:cubicBezTo>
                    <a:pt x="1229741" y="0"/>
                    <a:pt x="1247521" y="17780"/>
                    <a:pt x="1247521" y="39751"/>
                  </a:cubicBezTo>
                  <a:lnTo>
                    <a:pt x="1247521" y="463550"/>
                  </a:lnTo>
                  <a:cubicBezTo>
                    <a:pt x="1247521" y="485521"/>
                    <a:pt x="1229741" y="503301"/>
                    <a:pt x="1207770" y="503301"/>
                  </a:cubicBezTo>
                  <a:lnTo>
                    <a:pt x="39751" y="503301"/>
                  </a:lnTo>
                  <a:cubicBezTo>
                    <a:pt x="17780" y="503174"/>
                    <a:pt x="0" y="485394"/>
                    <a:pt x="0" y="463550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5115" y="958158"/>
            <a:ext cx="1552861" cy="22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TASK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1309849"/>
            <a:ext cx="9452677" cy="8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OSINT Investigation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6182" y="2449392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3"/>
                </a:lnTo>
                <a:lnTo>
                  <a:pt x="0" y="496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56182" y="3198295"/>
            <a:ext cx="9452677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Digital Footprinting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6182" y="3678526"/>
            <a:ext cx="9452677" cy="80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Mapped external attack surfaces using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sublist3r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to enumerate hidden subdomains and audit certificate transparency logs.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6182" y="4914871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4"/>
                </a:lnTo>
                <a:lnTo>
                  <a:pt x="0" y="49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926" t="0" r="-1792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856182" y="5663775"/>
            <a:ext cx="9452677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Credential Harvesting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6182" y="6144006"/>
            <a:ext cx="9452677" cy="80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Deployed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theHarvester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to locate employee emails across public sources and cross-referenced them with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HaveIBeenPwned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for known breach exposure.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856182" y="7380351"/>
            <a:ext cx="496424" cy="496433"/>
          </a:xfrm>
          <a:custGeom>
            <a:avLst/>
            <a:gdLst/>
            <a:ahLst/>
            <a:cxnLst/>
            <a:rect r="r" b="b" t="t" l="l"/>
            <a:pathLst>
              <a:path h="496433" w="496424">
                <a:moveTo>
                  <a:pt x="0" y="0"/>
                </a:moveTo>
                <a:lnTo>
                  <a:pt x="496424" y="0"/>
                </a:lnTo>
                <a:lnTo>
                  <a:pt x="496424" y="496433"/>
                </a:lnTo>
                <a:lnTo>
                  <a:pt x="0" y="4964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662" t="0" r="-566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56182" y="8129254"/>
            <a:ext cx="9452677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Infrastructure Discovery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6182" y="8609486"/>
            <a:ext cx="9452677" cy="80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Used </a:t>
            </a:r>
            <a:r>
              <a:rPr lang="en-US" sz="1951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Shodan queries</a:t>
            </a:r>
            <a:r>
              <a:rPr lang="en-US" sz="195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(e.g., port 3389) to identify exposed RDP interfaces tied to the target organization's IP ranges.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DAHTyBdAlWY</dc:identifier>
  <dcterms:modified xsi:type="dcterms:W3CDTF">2011-08-01T06:04:30Z</dcterms:modified>
  <cp:revision>1</cp:revision>
  <dc:title>Cybersecurity-Internship-Portfolio.pptx</dc:title>
</cp:coreProperties>
</file>